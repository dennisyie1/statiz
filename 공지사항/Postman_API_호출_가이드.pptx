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2946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345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20040"/>
            <a:ext cx="10820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Postman으로 API 호출하기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→ 요청 생성 → Pre-request Script → 호출 → 응답 확인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26280" y="1325880"/>
            <a:ext cx="7162495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6" name="Image 0" descr="/mnt/data/postman_imgs/07.png"/>
          <p:cNvPicPr>
            <a:picLocks noChangeAspect="1"/>
          </p:cNvPicPr>
          <p:nvPr/>
        </p:nvPicPr>
        <p:blipFill>
          <a:blip r:embed="rId3"/>
          <a:srcRect t="1429" b="1429"/>
          <a:stretch/>
        </p:blipFill>
        <p:spPr>
          <a:xfrm>
            <a:off x="4636008" y="1435608"/>
            <a:ext cx="6943039" cy="42153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6510528"/>
            <a:ext cx="107286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화면은 Windows 앱 기준(예시)이며, 버전에 따라 UI가 약간 다를 수 있습니다.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흐름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" y="1143000"/>
            <a:ext cx="1045433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1) Postman 설치/로그인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다운로드 후 실행, 계정 로그인(또는 계정 없이 진행)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2103120"/>
            <a:ext cx="1045433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2) 새 요청 생성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워크스페이스에서 + 로 새 HTTP Request 만들기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1045433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3) </a:t>
            </a:r>
            <a:r>
              <a:rPr lang="en-US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</a:t>
            </a: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스크립트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Scripts &gt; Pre-request에 서명/토큰 생성 로직 추가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023360"/>
            <a:ext cx="1045433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4) URL·파라미터 설정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 선택, URL 입력, Params/Headers 설정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4983480"/>
            <a:ext cx="10454335" cy="868680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</a:ln>
        </p:spPr>
        <p:txBody>
          <a:bodyPr wrap="square" lIns="2286" tIns="2286" rIns="2286" bIns="2286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5) 전송 및 결과 확인
</a:t>
            </a: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 클릭 후 Status/Body(JSON) 확인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웹페이지 접속 및 가입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postman.com 접속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해당하는 다운로드 아이콘 클릭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008" y="1448758"/>
            <a:ext cx="6943039" cy="373188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postman.com에서</a:t>
            </a: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“OS” </a:t>
            </a:r>
            <a:r>
              <a:rPr lang="ko-KR" alt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아이콘</a:t>
            </a: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클릭합니다.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다운로드 및 설치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Downloads 페이지 이동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Windows x64 선택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파일 실행 후 완료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448758"/>
            <a:ext cx="6943039" cy="37318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Downloads 페이지에서 OS에 맞는 설치 파일을 받습니다.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Postman 실행 후 로그인(또는 계정 생성)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email 입력 → 계정 생성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Google/GitHub 로그인 가능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없이도 사용 가능(기능 제한 가능)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45000"/>
            <a:ext cx="6943039" cy="433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email로 가입하거나 Google/GitHub로 로그인할 수 있습니다.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HTTP Request 만들기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포인트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 진입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상단 “+” 클릭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Request 탭 생성 확인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45000"/>
            <a:ext cx="6943039" cy="433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워크스페이스 상단의 “+” 버튼에서 새 요청을 생성합니다.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 &gt; Pre-request 진입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8006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600" b="1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altLang="ko-KR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Scripts 탭 → Pre-request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45000"/>
            <a:ext cx="6943039" cy="433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 자동 실행 로직은 Scripts 탭의 Pre-request에서 설정합니다.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10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7BD29E8-7723-442D-9E9F-920F5DFB813A}"/>
              </a:ext>
            </a:extLst>
          </p:cNvPr>
          <p:cNvSpPr/>
          <p:nvPr/>
        </p:nvSpPr>
        <p:spPr>
          <a:xfrm>
            <a:off x="730540" y="3444245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필요?</a:t>
            </a:r>
            <a:endParaRPr lang="en-US" sz="1600" dirty="0"/>
          </a:p>
        </p:txBody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5C4965BC-2ED6-4A98-A804-3E303999B2CC}"/>
              </a:ext>
            </a:extLst>
          </p:cNvPr>
          <p:cNvSpPr/>
          <p:nvPr/>
        </p:nvSpPr>
        <p:spPr>
          <a:xfrm>
            <a:off x="776260" y="4084325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(Signature)·토큰을 요청 직전에 생성해야 할 때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Header/Query를 구성해야 할 때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Pre-request Script 작성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0083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안내사항에 나와 있는 상세 가이드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링크의 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“Quick Start (Postman)”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참조하여 코드 복사 후 진행</a:t>
            </a:r>
            <a:endParaRPr lang="en-US" sz="13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apiKey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/secret 등 값을 실제 값으로 교체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메서드·경로·쿼리 기준으로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서명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45000"/>
            <a:ext cx="6943039" cy="433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내 YOUR_API_KEY / YOUR_SECRET 등을 실제 값으로 교체합니다.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전송 및 응답 확인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조회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21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(GET) 선택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입력 및 Params 설정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 클릭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Status(예: 200 OK) 및 Body(JSON)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ko-KR" alt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화면예시는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 경기일정을 가져오는 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API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 descr="/mnt/data/postman_imgs/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6008" y="1145000"/>
            <a:ext cx="6943039" cy="43394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Method/URL/Params 설정 후 Send → 하단 Body에서 JSON 응답 확인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645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STEP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965960" y="109728"/>
            <a:ext cx="967709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전송 및 </a:t>
            </a:r>
            <a:r>
              <a:rPr lang="en-US" sz="2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200" b="1" dirty="0" err="1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02920" y="868680"/>
            <a:ext cx="3794760" cy="53949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337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경기결과 입력 </a:t>
            </a:r>
            <a:r>
              <a:rPr lang="en-US" altLang="ko-KR" sz="16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</a:t>
            </a:r>
            <a:endParaRPr lang="en-US" sz="1600" b="1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3246120" cy="12147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메서드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(POST) 선택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URL 입력 및 Body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(form-data 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</a:t>
            </a: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FontTx/>
              <a:buChar char="•"/>
            </a:pP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예측할 경기의 경기번호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(</a:t>
            </a:r>
            <a:r>
              <a:rPr lang="en-US" altLang="ko-KR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s_no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), 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홈팀의 승리확률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(percent)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을 소수점 </a:t>
            </a:r>
            <a:r>
              <a:rPr lang="en-US" altLang="ko-KR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2</a:t>
            </a:r>
            <a:r>
              <a:rPr lang="ko-KR" alt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</a:rPr>
              <a:t>자리로 입력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Send 클릭</a:t>
            </a:r>
            <a:endParaRPr lang="en-US" sz="1300" dirty="0"/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Status(예: 200 OK) 및 Body(JSON) </a:t>
            </a:r>
            <a:r>
              <a:rPr lang="en-US" sz="1300" dirty="0" err="1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</a:t>
            </a:r>
            <a:endParaRPr lang="en-US" sz="13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  <a:p>
            <a:pPr marL="165100" indent="-1651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endParaRPr lang="en-US" sz="1300" dirty="0">
              <a:solidFill>
                <a:srgbClr val="111827"/>
              </a:solidFill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526280" y="868680"/>
            <a:ext cx="7162495" cy="4892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19050" dir="27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36008" y="1145000"/>
            <a:ext cx="6943039" cy="433939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26280" y="5925312"/>
            <a:ext cx="7162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Method/URL/Body 설정 후 Send → 하단 Body에서 JSON 응답 확인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10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3303357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FF6C37"/>
          </a:solidFill>
          <a:ln w="12700">
            <a:solidFill>
              <a:srgbClr val="FF6C3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"/>
            <a:ext cx="11094415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자주 발생하는 이슈(빠른 점검)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10728655" cy="5212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25400" dist="1524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3258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C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401/403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48840" y="132588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Authorization(토큰/서명) 누락, Key/Secret 오타, 서버 시간 오차(서명 기반일 때)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C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48840" y="201168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파라미터 누락, 타입 불일치, URL 인코딩 문제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2697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C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404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48840" y="269748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Base URL 또는 path 오타, 환경변수(baseUrl) 미설정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3383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C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Pre-request가 안 먹힘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148840" y="338328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스크립트 위치가 Collection/Folder/Request 어디에 있는지 확인(우선순위 차이)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40690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C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확인/공유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48840" y="406908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Body(JSON), Headers, Status/Time 확인 후 Save → Collection에 저장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5532120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 시 환경변수(Environment)와 Collection 단위 공통 Authorization 설정을 추가하면 재사용성이 좋아집니다.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28655" y="644652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621</Words>
  <Application>Microsoft Office PowerPoint</Application>
  <PresentationFormat>와이드스크린</PresentationFormat>
  <Paragraphs>102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happyrising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Postman API 호출 가이드</dc:title>
  <dc:subject>Postman API 호출 가이드</dc:subject>
  <dc:creator>happyrising</dc:creator>
  <cp:lastModifiedBy>hrplanner2025</cp:lastModifiedBy>
  <cp:revision>16</cp:revision>
  <dcterms:created xsi:type="dcterms:W3CDTF">2026-02-03T02:44:28Z</dcterms:created>
  <dcterms:modified xsi:type="dcterms:W3CDTF">2026-02-10T00:35:06Z</dcterms:modified>
</cp:coreProperties>
</file>